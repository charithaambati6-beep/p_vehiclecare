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and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01/15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Bills and records scattered on paper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and insurance dates forgotten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running cost never known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Unexpected breakdowns and fines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SOLUTION: VEHICLE CARE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system for all vehicle records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features: fuel, service, repairs, insurance, parts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Reminders and monthly reports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 for quick answers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03320"/>
            <a:ext cx="1920240" cy="896112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703320"/>
            <a:ext cx="1920240" cy="89611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03320"/>
            <a:ext cx="1920240" cy="89611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703320"/>
            <a:ext cx="1920240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 features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02/15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98448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984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Vehicle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1298448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2984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Fuel Purchase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298448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12984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Fuel Consumption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88" y="1298448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29844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7373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Service Details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487168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4871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926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Repair Expenses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0" y="2377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0048" y="2487168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70048" y="24871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70048" y="2926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Insurance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377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2487168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24871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73168" y="2926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Spare Parts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23774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2487168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24871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2926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Maintenance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3675888"/>
            <a:ext cx="411480" cy="411480"/>
          </a:xfrm>
          <a:prstGeom prst="ellipse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3675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4114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Fuel Efficiency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60320" y="35661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70048" y="3675888"/>
            <a:ext cx="411480" cy="411480"/>
          </a:xfrm>
          <a:prstGeom prst="ellipse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70048" y="3675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670048" y="4114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Expense Reports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3675888"/>
            <a:ext cx="411480" cy="411480"/>
          </a:xfrm>
          <a:prstGeom prst="ellipse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73168" y="3675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773168" y="4114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Upcoming Maintenance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766560" y="356616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76288" y="3675888"/>
            <a:ext cx="411480" cy="411480"/>
          </a:xfrm>
          <a:prstGeom prst="ellipse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76288" y="367588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876288" y="4114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AI Vehicle Queries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 Vehicle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Registers a new vehicle so every later record can be linked to it.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name, number and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model, year and odometer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as a new row in the vehicles file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Ravi registers his Swift car AP16AB1234 at 15,000 km.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and number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and model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 and odometer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Record Fuel Purchase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 every fill-up at the petrol bunk along with its cost.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vehicle, date and fuel type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litres and price per litre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calculates the total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L of petrol at Rs.105 per litre = Rs.3,150.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and fuel type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Quantity and price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amount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Record Fuel Consumption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the odometer reading and litres used over a period.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the odometer at the pump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 litres used since last fill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as a consumption entry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Bike shows 15,450 km and used 28 L since the last tank.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Odometer reading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Litres used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 Service Details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a history of every service done on a vehicle.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vehicle and service date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the work done and its cost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 odometer and workshop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Oil and filter change at 15,000 km for Rs.2,500.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and odometer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done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and workshop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Record Repair Expenses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money spent when something breaks, apart from routine service.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the vehicle and the issue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repair cost and 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so total repair cost is known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Clutch plate replaced for Rs.4,800.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 cost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Track Insurance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policy details so a vehicle is never driven uninsured.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insurer and policy number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start and expiry dates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counts days left to expiry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ends on 30 Nov, so a reminder comes 30 days before.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Insurer and policy no.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and expiry 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Premium amount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Schedule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Plans future service by date or by kilometres.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vehicle and task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 due date or due odometer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in the maintenance plan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Tyre rotation is planned every 10,000 km.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Due date or km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Calculate Fuel Efficiency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how far a vehicle runs on one litre of fuel.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= new odometer - old odometer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Divide distance by litres used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is mileage in km per litre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450 km / 28 L = about 16 km per litre.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(km)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Litres used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Mileage (km/L)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Monthly Expense Reports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up all costs of a month into one clear summary.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fuel, service and repair costs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them by vehicle and month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total spend with a breakdown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October: fuel Rs.6,300 + service Rs.2,500 = Rs.8,800.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Fuel total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and repair total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Grand total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Identify Upcoming Maintenance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Warns about service and renewals that are coming due.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today with the saved plan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items due soon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them with days or km left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due in 300 km and insurance due in 12 days.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due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Insurance due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/ km left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2004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8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Ask AI Vehicle Queries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14/15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the user ask in plain language and get answers from vehicle data.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4231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a question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03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8803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reads the saved records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47472" cy="347472"/>
          </a:xfrm>
          <a:prstGeom prst="ellipse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337560"/>
            <a:ext cx="4297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 answer or advice appears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8862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</a:t>
            </a: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Ask: "Why is my mileage falling?" AI suggests checking tyre pressure.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3017520" cy="1408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SAVED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Vehicle records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answer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Vehicle Care: drive smart, spend smart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7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features, one system, every vehicle under control.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205740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1920240" cy="89611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194560"/>
            <a:ext cx="1920240" cy="89611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94560"/>
            <a:ext cx="1920240" cy="89611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194560"/>
            <a:ext cx="1920240" cy="89611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20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THANK YOU  |  GROUP 8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4122</Words>
  <Application>WPS Presentation</Application>
  <PresentationFormat>On-screen Show (16:9)</PresentationFormat>
  <Paragraphs>428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Cambria</vt:lpstr>
      <vt:lpstr>Cambria</vt:lpstr>
      <vt:lpstr>Courier New</vt:lpstr>
      <vt:lpstr>Courier New</vt:lpstr>
      <vt:lpstr>Courier New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Care - Smart Vehicle Maintenance System</dc:title>
  <dc:creator>Group 8</dc:creator>
  <dc:subject>PptxGenJS Presentation</dc:subject>
  <cp:lastModifiedBy>chari</cp:lastModifiedBy>
  <cp:revision>2</cp:revision>
  <dcterms:created xsi:type="dcterms:W3CDTF">2026-10-08T05:11:00Z</dcterms:created>
  <dcterms:modified xsi:type="dcterms:W3CDTF">2026-10-08T09:48:03Z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9D268E404D2A417D8D0D415289595256_12</vt:lpwstr>
  </property>
  <property fmtid="{D5CDD505-2E9C-101B-9397-08002B2CF9AE}" pid="3" name="KSOProductBuildVer">
    <vt:lpwstr>1033-12.1.0.28485</vt:lpwstr>
  </property>
</Properties>
</file>